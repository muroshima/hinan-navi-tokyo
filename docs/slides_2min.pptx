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**2分版**（本戦の持ち時間が2分になったため、16枚から4枚に絞ったもの）。
10分版は docs/slides.md。
Marp スライド（HTML/PDF出力）。テーマ・ローカル画像許可・絵文字ネイティブ表示は marp.config.mjs に集約。
ビルド(Marp CLIは依存に含めずnpxで実行):
  npx -y @marp-team/marp-cli@4.3.1 docs/slides.md -c marp.config.mjs -o docs/slides.html
  npx -y @marp-team/marp-cli@4.3.1 docs/slides.md -c marp.config.mjs -o docs/slides.pdf --pdf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だれでも避難ナビ TOKYO</dc:title>
  <dc:subject>PptxGenJS Presentation</dc:subject>
  <dc:creator>Created by Marp</dc:creator>
  <cp:lastModifiedBy>Created by Marp</cp:lastModifiedBy>
  <cp:revision>1</cp:revision>
  <dcterms:created xsi:type="dcterms:W3CDTF">2026-08-27T09:39:00Z</dcterms:created>
  <dcterms:modified xsi:type="dcterms:W3CDTF">2026-08-27T09:39:00Z</dcterms:modified>
</cp:coreProperties>
</file>